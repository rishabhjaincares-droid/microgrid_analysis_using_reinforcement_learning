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09310c1a7f4f95" /><Relationship Type="http://schemas.openxmlformats.org/officeDocument/2006/relationships/extended-properties" Target="/docProps/app.xml" Id="R8ba2530773ab4c45" /><Relationship Type="http://schemas.openxmlformats.org/officeDocument/2006/relationships/officeDocument" Target="/ppt/presentation.xml" Id="R350c8922b764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1de8180454da2"/>
  </p:sldMasterIdLst>
  <p:notesMasterIdLst>
    <p:notesMasterId xmlns:r="http://schemas.openxmlformats.org/officeDocument/2006/relationships" r:id="R942b986f40754ad0"/>
  </p:notesMasterIdLst>
  <p:sldIdLst>
    <p:sldId xmlns:r="http://schemas.openxmlformats.org/officeDocument/2006/relationships" id="256" r:id="Rb395295a8db6499b"/>
  </p:sldIdLst>
  <p:sldSz cx="15119350" cy="213836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f4ddb385c7462d" /><Relationship Type="http://schemas.openxmlformats.org/officeDocument/2006/relationships/slideMaster" Target="/ppt/slideMasters/slideMaster1.xml" Id="R02d1de8180454da2" /><Relationship Type="http://schemas.openxmlformats.org/officeDocument/2006/relationships/notesMaster" Target="/ppt/notesMasters/notesMaster1.xml" Id="R942b986f40754ad0" /><Relationship Type="http://schemas.openxmlformats.org/officeDocument/2006/relationships/presProps" Target="/ppt/presProps.xml" Id="R4109748d81db417a" /><Relationship Type="http://schemas.openxmlformats.org/officeDocument/2006/relationships/viewProps" Target="/ppt/viewProps.xml" Id="R83edca51a57b443a" /><Relationship Type="http://schemas.openxmlformats.org/officeDocument/2006/relationships/tableStyles" Target="/ppt/tableStyles.xml" Id="R0594d028fb974435" /><Relationship Type="http://schemas.openxmlformats.org/officeDocument/2006/relationships/slide" Target="/ppt/slides/slide1.xml" Id="Rb395295a8db649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77e010ea3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f430df6224fc6" /><Relationship Type="http://schemas.openxmlformats.org/officeDocument/2006/relationships/notesMaster" Target="/ppt/notesMasters/notesMaster1.xml" Id="Rb5b72fd12baa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4884190f042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2b47c927547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7c13b706a40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098ff02b540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f7fc324144f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62fbebf6f4b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cdd037a8e49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52b9d0197477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90a06f0f54f1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22afcaaaa42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02ff82b59458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A3784C-54F4-4832-8F60-618151CCA3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33951" y="3499590"/>
            <a:ext cx="12851448" cy="7444669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992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C1AAFD8-976F-4D7F-A1A9-6218701481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9919" y="11231355"/>
            <a:ext cx="11339513" cy="5162758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B64817-2A61-4B82-B197-9100C9F197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FD1A8A-4C67-492E-BDB4-1B8705F8AB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7CE2AC-12CF-47EF-BC56-D02EE35BE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2AE3AA-CAF3-4050-880D-792D0C0CBE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EDD010-516E-4057-B6E7-8B1F8B140B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BCFB3D-2F1E-4C07-9E8B-395E7FF36D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BB3FF3-37E8-47F6-B4A9-3B4CC9ACCB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86082-B23D-49F3-97F1-2530B055DA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DCDFCD-90A0-4D10-90ED-58F9F8E9D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31582" y="5331063"/>
            <a:ext cx="13040439" cy="889499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992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A7C5F3-67CB-41BD-B60C-7C9832B3B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1582" y="14310205"/>
            <a:ext cx="13040439" cy="467766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19019A-DB4D-4C6E-B0C9-DF84B90C25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F83B59-64D4-4ACA-9C65-CDA3956574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33BEA7-0ECB-4973-A0FE-437569E456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046579-77A0-45EC-B1DC-E109B3874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C14EAE-65A1-487A-9603-54D354328D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39455" y="5692400"/>
            <a:ext cx="6425724" cy="13567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DD993A5-75EE-4804-B14C-EACD2F0DD3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654171" y="5692400"/>
            <a:ext cx="6425724" cy="13567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70DE85-DCF0-4A71-AF49-52B3B4535B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4BA0FA-0196-427D-98E0-496650716D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98D15EA-150F-4BFA-9DBE-E38E834C83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336B88-FDE9-4006-9E6B-42DB7164D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1425" y="1138485"/>
            <a:ext cx="13040439" cy="41331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4C0C45-9F01-4FA5-B62D-6C9585D500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1426" y="5241960"/>
            <a:ext cx="6396193" cy="256900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740D46-01CA-4760-B53E-8D5F0776C4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041426" y="7810963"/>
            <a:ext cx="6396193" cy="11488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96C8AF1-90D3-4CB4-BE1A-A5B06F72DB2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54172" y="5241960"/>
            <a:ext cx="6427693" cy="256900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A040B0F-EE32-41D0-B45F-1A3FFDA2D5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7654172" y="7810963"/>
            <a:ext cx="6427693" cy="11488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0BEBA4A-958D-4240-B490-AC38B1126A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7166FCF-3E9B-439C-A28C-44891384F8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A52D48-062C-4ABC-9224-E3462C4EF4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7CD06-C103-4098-A2E0-BE1B95E5A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FED9EA9-EEF6-41E0-AE7E-A44145CB83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A3CFEED-FDE0-4A5A-95E4-48D70593D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240F877-DF33-4A0F-848B-F96342F06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AA5ED1B-1C95-43DC-8957-0EEF081A6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4D7BCD4-B05F-4A60-BE26-EACEC972C3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0737F9A-B5D7-43E7-A7FE-4112C75683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4A72EE-7B6B-497F-9340-F6240AF0A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1425" y="1425575"/>
            <a:ext cx="4876384" cy="4989513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529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E15168-3DC9-4659-B13E-BA36E9CABD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27693" y="3078850"/>
            <a:ext cx="7654171" cy="1519623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5291"/>
            </a:lvl1pPr>
            <a:lvl2pPr>
              <a:buNone/>
              <a:defRPr sz="4630"/>
            </a:lvl2pPr>
            <a:lvl3pPr>
              <a:buNone/>
              <a:defRPr sz="3968"/>
            </a:lvl3pPr>
            <a:lvl4pPr>
              <a:buNone/>
              <a:defRPr sz="3307"/>
            </a:lvl4pPr>
            <a:lvl5pPr>
              <a:buNone/>
              <a:defRPr sz="3307"/>
            </a:lvl5pPr>
            <a:lvl6pPr>
              <a:buNone/>
              <a:defRPr sz="3307"/>
            </a:lvl6pPr>
            <a:lvl7pPr>
              <a:buNone/>
              <a:defRPr sz="3307"/>
            </a:lvl7pPr>
            <a:lvl8pPr>
              <a:buNone/>
              <a:defRPr sz="3307"/>
            </a:lvl8pPr>
            <a:lvl9pPr>
              <a:buNone/>
              <a:defRPr sz="3307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BF359ED-839B-4FF9-84C7-45355BF4ED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41425" y="6415088"/>
            <a:ext cx="4876384" cy="118847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E17B5F-8289-4597-9C2C-6B452A66A2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20DEFC-1E59-4EB2-A89B-BBF7DED5A8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64D299-144B-40D2-8F5F-D1A112899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94A935-353A-4B3C-88C6-DCDC0D0E6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1425" y="1425575"/>
            <a:ext cx="4876384" cy="4989513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529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5B389EF-F977-4F8D-A9B5-B94ED7992E7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27693" y="3078850"/>
            <a:ext cx="7654171" cy="1519623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AC6ED8-11D3-4803-B9EE-CE7D63EDB4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41425" y="6415088"/>
            <a:ext cx="4876384" cy="118847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4BA1C5B-C171-4168-949A-B2EB0CDA5E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DA37BA-0F43-439B-9D1D-42A5064AE8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78AE25-C548-4BF5-9B05-A2787F9DE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E766FD-00FA-4601-A207-BB9E22B5C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BB2EE-F445-42BC-A484-A98BF69E97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875271-A9F7-4F1A-9969-2AA1DA2CD6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8B70DD-1700-445F-9B11-D91F4953D1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A5B65D-443B-4612-9AD5-E25B69B4EB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649C0FF-2AA6-4A8C-A2DC-B1A11DCB1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819786" y="1138480"/>
            <a:ext cx="3260110" cy="1812163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10219F-015B-4546-85EB-DD9435EB5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9456" y="1138480"/>
            <a:ext cx="9591338" cy="1812163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623F57-17F6-4B81-AD18-473D8FF045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1AE8DE-DF7C-4FBA-BCE5-670AF3D55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A80EE3-406B-433A-9700-39CC3B6040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4094ca60f8412e" /><Relationship Type="http://schemas.openxmlformats.org/officeDocument/2006/relationships/slideLayout" Target="/ppt/slideLayouts/slideLayout1.xml" Id="Rb349d08324564c4a" /><Relationship Type="http://schemas.openxmlformats.org/officeDocument/2006/relationships/slideLayout" Target="/ppt/slideLayouts/slideLayout2.xml" Id="R4e4422ce59cd423e" /><Relationship Type="http://schemas.openxmlformats.org/officeDocument/2006/relationships/slideLayout" Target="/ppt/slideLayouts/slideLayout3.xml" Id="R39ce800f6eda47f0" /><Relationship Type="http://schemas.openxmlformats.org/officeDocument/2006/relationships/slideLayout" Target="/ppt/slideLayouts/slideLayout4.xml" Id="R5568f441b4794a85" /><Relationship Type="http://schemas.openxmlformats.org/officeDocument/2006/relationships/slideLayout" Target="/ppt/slideLayouts/slideLayout5.xml" Id="R8b787e74e34d4456" /><Relationship Type="http://schemas.openxmlformats.org/officeDocument/2006/relationships/slideLayout" Target="/ppt/slideLayouts/slideLayout6.xml" Id="R86fac23e51ce410c" /><Relationship Type="http://schemas.openxmlformats.org/officeDocument/2006/relationships/slideLayout" Target="/ppt/slideLayouts/slideLayout7.xml" Id="R9563a8558ae54247" /><Relationship Type="http://schemas.openxmlformats.org/officeDocument/2006/relationships/slideLayout" Target="/ppt/slideLayouts/slideLayout8.xml" Id="R86028dbe3a394b67" /><Relationship Type="http://schemas.openxmlformats.org/officeDocument/2006/relationships/slideLayout" Target="/ppt/slideLayouts/slideLayout9.xml" Id="R077e5a370f934feb" /><Relationship Type="http://schemas.openxmlformats.org/officeDocument/2006/relationships/slideLayout" Target="/ppt/slideLayouts/slideLayout10.xml" Id="R4c8ddeb2edd742b7" /><Relationship Type="http://schemas.openxmlformats.org/officeDocument/2006/relationships/slideLayout" Target="/ppt/slideLayouts/slideLayout11.xml" Id="R2347d579266148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69713F3-48AF-42CD-9E55-3259FBC40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39456" y="1138485"/>
            <a:ext cx="13040439" cy="4133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82272D-AECC-4EB9-831A-7F8B6121C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9456" y="5692400"/>
            <a:ext cx="13040439" cy="13567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570C7A-32AE-4AF1-B340-A931E24A9E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039455" y="19819457"/>
            <a:ext cx="3401854" cy="1138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4C4437-7682-42A5-A510-43B3A5B61F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008285" y="19819457"/>
            <a:ext cx="5102781" cy="1138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A1098-F447-40F2-9BB8-B70F17BA5B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78041" y="19819457"/>
            <a:ext cx="3401854" cy="1138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0000000-1234-1234-1234-12341234123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9d08324564c4a"/>
    <p:sldLayoutId xmlns:r="http://schemas.openxmlformats.org/officeDocument/2006/relationships" id="2147483650" r:id="R4e4422ce59cd423e"/>
    <p:sldLayoutId xmlns:r="http://schemas.openxmlformats.org/officeDocument/2006/relationships" id="2147483651" r:id="R39ce800f6eda47f0"/>
    <p:sldLayoutId xmlns:r="http://schemas.openxmlformats.org/officeDocument/2006/relationships" id="2147483652" r:id="R5568f441b4794a85"/>
    <p:sldLayoutId xmlns:r="http://schemas.openxmlformats.org/officeDocument/2006/relationships" id="2147483653" r:id="R8b787e74e34d4456"/>
    <p:sldLayoutId xmlns:r="http://schemas.openxmlformats.org/officeDocument/2006/relationships" id="2147483654" r:id="R86fac23e51ce410c"/>
    <p:sldLayoutId xmlns:r="http://schemas.openxmlformats.org/officeDocument/2006/relationships" id="2147483655" r:id="R9563a8558ae54247"/>
    <p:sldLayoutId xmlns:r="http://schemas.openxmlformats.org/officeDocument/2006/relationships" id="2147483656" r:id="R86028dbe3a394b67"/>
    <p:sldLayoutId xmlns:r="http://schemas.openxmlformats.org/officeDocument/2006/relationships" id="2147483657" r:id="R077e5a370f934feb"/>
    <p:sldLayoutId xmlns:r="http://schemas.openxmlformats.org/officeDocument/2006/relationships" id="2147483658" r:id="R4c8ddeb2edd742b7"/>
    <p:sldLayoutId xmlns:r="http://schemas.openxmlformats.org/officeDocument/2006/relationships" id="2147483659" r:id="R2347d57926614815"/>
  </p:sldLayoutIdLst>
  <p:hf sldNum="0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7275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77990" indent="-377990" algn="l">
        <a:lnSpc>
          <a:spcPct val="90000"/>
        </a:lnSpc>
        <a:spcBef>
          <a:spcPts val="1654"/>
        </a:spcBef>
        <a:buChar char="•"/>
        <a:defRPr sz="463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133970" indent="-377990" algn="l">
        <a:lnSpc>
          <a:spcPct val="90000"/>
        </a:lnSpc>
        <a:spcBef>
          <a:spcPts val="827"/>
        </a:spcBef>
        <a:buChar char="•"/>
        <a:defRPr sz="3968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889951" indent="-377990" algn="l">
        <a:lnSpc>
          <a:spcPct val="90000"/>
        </a:lnSpc>
        <a:spcBef>
          <a:spcPts val="827"/>
        </a:spcBef>
        <a:buChar char="•"/>
        <a:defRPr sz="3307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645931" indent="-377990" algn="l">
        <a:lnSpc>
          <a:spcPct val="90000"/>
        </a:lnSpc>
        <a:spcBef>
          <a:spcPts val="827"/>
        </a:spcBef>
        <a:buChar char="•"/>
        <a:defRPr sz="2976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3401911" indent="-377990" algn="l">
        <a:lnSpc>
          <a:spcPct val="90000"/>
        </a:lnSpc>
        <a:spcBef>
          <a:spcPts val="827"/>
        </a:spcBef>
        <a:buChar char="•"/>
        <a:defRPr sz="2976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4157891" indent="-377990" algn="l">
        <a:lnSpc>
          <a:spcPct val="90000"/>
        </a:lnSpc>
        <a:spcBef>
          <a:spcPts val="827"/>
        </a:spcBef>
        <a:buChar char="•"/>
        <a:defRPr sz="2976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4913871" indent="-377990" algn="l">
        <a:lnSpc>
          <a:spcPct val="90000"/>
        </a:lnSpc>
        <a:spcBef>
          <a:spcPts val="827"/>
        </a:spcBef>
        <a:buChar char="•"/>
        <a:defRPr sz="2976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5669852" indent="-377990" algn="l">
        <a:lnSpc>
          <a:spcPct val="90000"/>
        </a:lnSpc>
        <a:spcBef>
          <a:spcPts val="827"/>
        </a:spcBef>
        <a:buChar char="•"/>
        <a:defRPr sz="2976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6425832" indent="-377990" algn="l">
        <a:lnSpc>
          <a:spcPct val="90000"/>
        </a:lnSpc>
        <a:spcBef>
          <a:spcPts val="827"/>
        </a:spcBef>
        <a:buChar char="•"/>
        <a:defRPr sz="2976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55980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511960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267941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3023921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779901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4535881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5291861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6047842" algn="l">
        <a:buNone/>
        <a:defRPr sz="2976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9ea5a83f5418d" /><Relationship Type="http://schemas.openxmlformats.org/officeDocument/2006/relationships/image" Target="/ppt/media/image.jpeg" Id="R6cbe8707d25b49c9" /><Relationship Type="http://schemas.openxmlformats.org/officeDocument/2006/relationships/notesSlide" Target="/ppt/notesSlides/notesSlide1.xml" Id="R1b290825d4634c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4AA3C2C4-111A-433A-B3F8-04448AB2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867" y="1962856"/>
            <a:ext cx="7316458" cy="19230332"/>
          </a:xfrm>
          <a:prstGeom xmlns:a="http://schemas.openxmlformats.org/drawingml/2006/main" prst="roundRect">
            <a:avLst>
              <a:gd name="adj" fmla="val 2556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A3CB2A2A-B0F3-4245-BDE7-FB0E5EE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" y="41090"/>
            <a:ext cx="14935940" cy="17958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2060"/>
                </a:solidFill>
                <a:latin typeface="Trebuchet MS"/>
                <a:ea typeface="Trebuchet MS"/>
                <a:cs typeface="Trebuchet MS"/>
              </a:rPr>
              <a:t>RV College of Engineering, Bengaluru – 560059.</a:t>
            </a:r>
          </a:p>
          <a:p xmlns:a="http://schemas.openxmlformats.org/drawingml/2006/main">
            <a:pPr algn="ctr">
              <a:buNone/>
            </a:pPr>
          </a:p>
          <a:p xmlns:a="http://schemas.openxmlformats.org/drawingml/2006/main">
            <a:pPr algn="ctr">
              <a:buNone/>
            </a:p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E97FA135-F350-49FB-8C95-15DB936C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57" y="694056"/>
            <a:ext cx="12120998" cy="407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accent2">
                    <a:lumMod val="50000"/>
                  </a:schemeClr>
                </a:solidFill>
                <a:latin typeface="Trebuchet MS"/>
                <a:ea typeface="Trebuchet MS"/>
                <a:cs typeface="Trebuchet MS"/>
              </a:rPr>
              <a:t>Title: </a:t>
            </a: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4EF7CC60-82B1-4480-B3AD-8EDE70D4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16" y="1114989"/>
            <a:ext cx="12077139" cy="6541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Student Name 1 | Student Name 2 | Student Name 3 | Student Name 4 | Student Name 5</a:t>
            </a:r>
          </a:p>
          <a:p xmlns:a="http://schemas.openxmlformats.org/drawingml/2006/main">
            <a:pPr algn="ctr">
              <a:buNone/>
            </a:pPr>
            <a:r>
              <a:rPr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USN 1 | USN 2 | USN 3 | USN 4 | USN 5 </a:t>
            </a: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39AEB4EE-9FF7-429B-869C-12E42E31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751" y="14774675"/>
            <a:ext cx="7049317" cy="1084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noAutofit/>
          </a:bodyPr>
          <a:lstStyle xmlns:a="http://schemas.openxmlformats.org/drawingml/2006/main"/>
          <a:p xmlns:a="http://schemas.openxmlformats.org/drawingml/2006/main">
            <a:pPr marL="143538" indent="-74427">
              <a:lnSpc>
                <a:spcPct val="110000"/>
              </a:lnSpc>
              <a:buNone/>
            </a:pPr>
          </a:p>
        </p:txBody>
      </p:sp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FE64281D-07D0-4FEB-8EF1-D99A38A0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50871" y="2851916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B777C7CF-2B5F-4976-92B0-DF82CD4E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71" y="11322617"/>
            <a:ext cx="77085" cy="154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Google Shape;101;p1">
            <a:extLst xmlns:a="http://schemas.openxmlformats.org/drawingml/2006/main">
              <a:ext uri="{FF2B5EF4-FFF2-40B4-BE49-F238E27FC236}">
                <a16:creationId xmlns:a16="http://schemas.microsoft.com/office/drawing/2014/main" id="{9E9CF075-CF2E-4784-8E18-0ABAE937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1916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" name="Google Shape;102;p1">
            <a:extLst xmlns:a="http://schemas.openxmlformats.org/drawingml/2006/main">
              <a:ext uri="{FF2B5EF4-FFF2-40B4-BE49-F238E27FC236}">
                <a16:creationId xmlns:a16="http://schemas.microsoft.com/office/drawing/2014/main" id="{1686FFDA-817E-4D83-8474-9BB2095C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61751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Google Shape;103;p1">
            <a:extLst xmlns:a="http://schemas.openxmlformats.org/drawingml/2006/main">
              <a:ext uri="{FF2B5EF4-FFF2-40B4-BE49-F238E27FC236}">
                <a16:creationId xmlns:a16="http://schemas.microsoft.com/office/drawing/2014/main" id="{202B8AFC-9357-4EB3-A74B-77DF6DE3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09918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4" name="Google Shape;104;p1">
            <a:extLst xmlns:a="http://schemas.openxmlformats.org/drawingml/2006/main">
              <a:ext uri="{FF2B5EF4-FFF2-40B4-BE49-F238E27FC236}">
                <a16:creationId xmlns:a16="http://schemas.microsoft.com/office/drawing/2014/main" id="{C6C95979-747E-4857-9CDB-12A572B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09918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5" name="Google Shape;105;p1">
            <a:extLst xmlns:a="http://schemas.openxmlformats.org/drawingml/2006/main">
              <a:ext uri="{FF2B5EF4-FFF2-40B4-BE49-F238E27FC236}">
                <a16:creationId xmlns:a16="http://schemas.microsoft.com/office/drawing/2014/main" id="{DC5E2100-E358-4385-998D-C2AA01C0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751" y="16146261"/>
            <a:ext cx="5837217" cy="154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Google Shape;106;p1">
            <a:extLst xmlns:a="http://schemas.openxmlformats.org/drawingml/2006/main">
              <a:ext uri="{FF2B5EF4-FFF2-40B4-BE49-F238E27FC236}">
                <a16:creationId xmlns:a16="http://schemas.microsoft.com/office/drawing/2014/main" id="{F210C9D9-C816-41BF-9D42-7E401233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452" y="16241953"/>
            <a:ext cx="988818" cy="20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7" name="Google Shape;107;p1">
            <a:extLst xmlns:a="http://schemas.openxmlformats.org/drawingml/2006/main">
              <a:ext uri="{FF2B5EF4-FFF2-40B4-BE49-F238E27FC236}">
                <a16:creationId xmlns:a16="http://schemas.microsoft.com/office/drawing/2014/main" id="{B7791612-9988-45FA-9890-C8D459DA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61751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8" name="Google Shape;108;p1">
            <a:extLst xmlns:a="http://schemas.openxmlformats.org/drawingml/2006/main">
              <a:ext uri="{FF2B5EF4-FFF2-40B4-BE49-F238E27FC236}">
                <a16:creationId xmlns:a16="http://schemas.microsoft.com/office/drawing/2014/main" id="{80860955-EAFE-49F5-9C97-8A7C8854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61751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9" name="Google Shape;109;p1">
            <a:extLst xmlns:a="http://schemas.openxmlformats.org/drawingml/2006/main">
              <a:ext uri="{FF2B5EF4-FFF2-40B4-BE49-F238E27FC236}">
                <a16:creationId xmlns:a16="http://schemas.microsoft.com/office/drawing/2014/main" id="{7C59CDFE-6B25-4587-9280-786E10E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27" y="6340480"/>
            <a:ext cx="988818" cy="20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0" name="Google Shape;110;p1">
            <a:extLst xmlns:a="http://schemas.openxmlformats.org/drawingml/2006/main">
              <a:ext uri="{FF2B5EF4-FFF2-40B4-BE49-F238E27FC236}">
                <a16:creationId xmlns:a16="http://schemas.microsoft.com/office/drawing/2014/main" id="{57B106CC-FC00-44BE-9A8B-2EAEF509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7203" y="6353771"/>
            <a:ext cx="988818" cy="20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Google Shape;111;p1">
            <a:extLst xmlns:a="http://schemas.openxmlformats.org/drawingml/2006/main">
              <a:ext uri="{FF2B5EF4-FFF2-40B4-BE49-F238E27FC236}">
                <a16:creationId xmlns:a16="http://schemas.microsoft.com/office/drawing/2014/main" id="{EC7C9E4F-EE1C-455A-9B28-F3F49E8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1916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3" name="Google Shape;113;p1">
            <a:extLst xmlns:a="http://schemas.openxmlformats.org/drawingml/2006/main">
              <a:ext uri="{FF2B5EF4-FFF2-40B4-BE49-F238E27FC236}">
                <a16:creationId xmlns:a16="http://schemas.microsoft.com/office/drawing/2014/main" id="{357AEC61-695B-4C2B-A83D-6C9D73C6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7608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Google Shape;114;p1">
            <a:extLst xmlns:a="http://schemas.openxmlformats.org/drawingml/2006/main">
              <a:ext uri="{FF2B5EF4-FFF2-40B4-BE49-F238E27FC236}">
                <a16:creationId xmlns:a16="http://schemas.microsoft.com/office/drawing/2014/main" id="{1BA552E4-2FBC-486C-B29B-79872CB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31476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5" name="Google Shape;115;p1">
            <a:extLst xmlns:a="http://schemas.openxmlformats.org/drawingml/2006/main">
              <a:ext uri="{FF2B5EF4-FFF2-40B4-BE49-F238E27FC236}">
                <a16:creationId xmlns:a16="http://schemas.microsoft.com/office/drawing/2014/main" id="{E800D9EF-6E75-4A35-BA0C-2B1BAE8B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85" y="3828772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Google Shape;116;p1">
            <a:extLst xmlns:a="http://schemas.openxmlformats.org/drawingml/2006/main">
              <a:ext uri="{FF2B5EF4-FFF2-40B4-BE49-F238E27FC236}">
                <a16:creationId xmlns:a16="http://schemas.microsoft.com/office/drawing/2014/main" id="{71BC36C4-2934-4D8B-AB0F-0BC4C28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85" y="4542476"/>
            <a:ext cx="15119350" cy="56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Google Shape;131;p1">
            <a:extLst xmlns:a="http://schemas.openxmlformats.org/drawingml/2006/main">
              <a:ext uri="{FF2B5EF4-FFF2-40B4-BE49-F238E27FC236}">
                <a16:creationId xmlns:a16="http://schemas.microsoft.com/office/drawing/2014/main" id="{5E6A1F89-6B71-446E-81F8-DCE73F6D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1" y="1968997"/>
            <a:ext cx="7519803" cy="19230333"/>
          </a:xfrm>
          <a:prstGeom xmlns:a="http://schemas.openxmlformats.org/drawingml/2006/main" prst="roundRect">
            <a:avLst>
              <a:gd name="adj" fmla="val 2556"/>
            </a:avLst>
          </a:prstGeom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spcFirstLastPara="1" wrap="square" lIns="38271" tIns="19130" rIns="38271" bIns="1913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507">
                <a:latin typeface="Arial"/>
                <a:ea typeface="Arial"/>
                <a:cs typeface="Arial"/>
              </a:rPr>
              <a:t>              </a:t>
            </a:r>
          </a:p>
        </p:txBody>
      </p:sp>
      <p:sp>
        <p:nvSpPr>
          <p:cNvPr id="149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54EA3F46-58E5-4D6D-BE8D-A8BBE5A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870" y="8838720"/>
            <a:ext cx="7008020" cy="14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[Clearly state the objective of your prototype. What goals does it aim to achieve?]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150" name="Google Shape;150;p1">
            <a:extLst xmlns:a="http://schemas.openxmlformats.org/drawingml/2006/main">
              <a:ext uri="{FF2B5EF4-FFF2-40B4-BE49-F238E27FC236}">
                <a16:creationId xmlns:a16="http://schemas.microsoft.com/office/drawing/2014/main" id="{E046B017-6871-48BC-B9A6-733D9325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020" y="2157891"/>
            <a:ext cx="7260249" cy="33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                           Introduction</a:t>
            </a:r>
          </a:p>
        </p:txBody>
      </p:sp>
      <p:sp>
        <p:nvSpPr>
          <p:cNvPr id="161" name="Google Shape;161;p1">
            <a:extLst xmlns:a="http://schemas.openxmlformats.org/drawingml/2006/main">
              <a:ext uri="{FF2B5EF4-FFF2-40B4-BE49-F238E27FC236}">
                <a16:creationId xmlns:a16="http://schemas.microsoft.com/office/drawing/2014/main" id="{DB8C6A10-032E-4B12-8588-B28B233C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65" y="16214823"/>
            <a:ext cx="6830161" cy="270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marL="239230" indent="-143538">
              <a:buNone/>
            </a:pPr>
          </a:p>
        </p:txBody>
      </p:sp>
      <p:sp>
        <p:nvSpPr>
          <p:cNvPr id="171" name="Google Shape;171;p1">
            <a:extLst xmlns:a="http://schemas.openxmlformats.org/drawingml/2006/main">
              <a:ext uri="{FF2B5EF4-FFF2-40B4-BE49-F238E27FC236}">
                <a16:creationId xmlns:a16="http://schemas.microsoft.com/office/drawing/2014/main" id="{8FA3687E-26CA-4CCB-8611-462A5ED9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09" y="10920044"/>
            <a:ext cx="7397264" cy="322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                           Methodology</a:t>
            </a:r>
          </a:p>
        </p:txBody>
      </p:sp>
      <p:sp>
        <p:nvSpPr>
          <p:cNvPr id="172" name="Google Shape;172;p1">
            <a:extLst xmlns:a="http://schemas.openxmlformats.org/drawingml/2006/main">
              <a:ext uri="{FF2B5EF4-FFF2-40B4-BE49-F238E27FC236}">
                <a16:creationId xmlns:a16="http://schemas.microsoft.com/office/drawing/2014/main" id="{E67C109D-3194-4ACE-B951-551DDC52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192" y="2145342"/>
            <a:ext cx="7097496" cy="322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Tools used</a:t>
            </a:r>
          </a:p>
        </p:txBody>
      </p:sp>
      <p:sp>
        <p:nvSpPr>
          <p:cNvPr id="173" name="Google Shape;173;p1">
            <a:extLst xmlns:a="http://schemas.openxmlformats.org/drawingml/2006/main">
              <a:ext uri="{FF2B5EF4-FFF2-40B4-BE49-F238E27FC236}">
                <a16:creationId xmlns:a16="http://schemas.microsoft.com/office/drawing/2014/main" id="{16B7838D-329E-4183-86A0-9EAB318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025" y="6694004"/>
            <a:ext cx="7097496" cy="322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Results and Discussions</a:t>
            </a:r>
          </a:p>
        </p:txBody>
      </p:sp>
      <p:sp>
        <p:nvSpPr>
          <p:cNvPr id="174" name="Google Shape;174;p1">
            <a:extLst xmlns:a="http://schemas.openxmlformats.org/drawingml/2006/main">
              <a:ext uri="{FF2B5EF4-FFF2-40B4-BE49-F238E27FC236}">
                <a16:creationId xmlns:a16="http://schemas.microsoft.com/office/drawing/2014/main" id="{0D80E3FC-6F96-4907-A384-DBF62AA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661" y="18347881"/>
            <a:ext cx="7097496" cy="346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latin typeface="Söhne"/>
                <a:ea typeface="Söhne"/>
                <a:cs typeface="Söhne"/>
              </a:rPr>
              <a:t>References</a:t>
            </a:r>
          </a:p>
        </p:txBody>
      </p:sp>
      <p:sp>
        <p:nvSpPr>
          <p:cNvPr id="179" name="Google Shape;179;p1">
            <a:extLst xmlns:a="http://schemas.openxmlformats.org/drawingml/2006/main">
              <a:ext uri="{FF2B5EF4-FFF2-40B4-BE49-F238E27FC236}">
                <a16:creationId xmlns:a16="http://schemas.microsoft.com/office/drawing/2014/main" id="{931DC3B1-9B35-4415-8530-F6BC6C28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1869" y="111045"/>
            <a:ext cx="2207895" cy="263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5316" rIns="0" bIns="0" anchor="t">
            <a:spAutoFit/>
          </a:bodyPr>
          <a:lstStyle xmlns:a="http://schemas.openxmlformats.org/drawingml/2006/main"/>
          <a:p xmlns:a="http://schemas.openxmlformats.org/drawingml/2006/main">
            <a:pPr marL="5316">
              <a:buNone/>
            </a:pPr>
            <a:r>
              <a:rPr sz="1674" i="1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</a:rPr>
              <a:t>Go, change the world</a:t>
            </a:r>
          </a:p>
        </p:txBody>
      </p:sp>
      <p:sp>
        <p:nvSpPr>
          <p:cNvPr id="2" name="Google Shape;150;p1">
            <a:extLst xmlns:a="http://schemas.openxmlformats.org/drawingml/2006/main">
              <a:ext uri="{FF2B5EF4-FFF2-40B4-BE49-F238E27FC236}">
                <a16:creationId xmlns:a16="http://schemas.microsoft.com/office/drawing/2014/main" id="{37561974-DAD5-47A7-B65E-5025D0A0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59" y="8428447"/>
            <a:ext cx="7260250" cy="322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                           Objectives</a:t>
            </a:r>
          </a:p>
        </p:txBody>
      </p:sp>
      <p:sp>
        <p:nvSpPr>
          <p:cNvPr id="3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3C7947DE-E496-4AF3-A6FE-63B87344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06" y="2596470"/>
            <a:ext cx="7008020" cy="2531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[Include a brief introduction to set the context for your prototype.]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4" name="Google Shape;150;p1">
            <a:extLst xmlns:a="http://schemas.openxmlformats.org/drawingml/2006/main">
              <a:ext uri="{FF2B5EF4-FFF2-40B4-BE49-F238E27FC236}">
                <a16:creationId xmlns:a16="http://schemas.microsoft.com/office/drawing/2014/main" id="{67027A1E-47B0-484D-9686-57312445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29" y="5304852"/>
            <a:ext cx="7260250" cy="322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                           Problem Definition</a:t>
            </a:r>
          </a:p>
        </p:txBody>
      </p:sp>
      <p:sp>
        <p:nvSpPr>
          <p:cNvPr id="5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B0004FAF-1E76-4ECC-A10D-A7EB3045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31" y="5759039"/>
            <a:ext cx="7008020" cy="2531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[Explain the problem your prototype addresses and its significance.]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6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ED5F4818-DEB4-491A-9766-3317FD8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35" y="11383386"/>
            <a:ext cx="7008020" cy="9733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[</a:t>
            </a:r>
            <a:r>
              <a:rPr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Flowchart</a:t>
            </a: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 to elaborate on the strategic steps involved on crafting and refining key features]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7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DFAEC6B0-098A-4A66-970B-567B7688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37" y="2616364"/>
            <a:ext cx="7008020" cy="3362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10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CEE8DBE5-0671-4C1F-BBAB-2C290466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555" y="17889568"/>
            <a:ext cx="7190093" cy="2346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pic>
        <p:nvPicPr>
          <p:cNvPr id="18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e8707d25b49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992" y="111045"/>
            <a:ext cx="1655508" cy="1655508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3510A957-A7B8-4110-8A48-DCB36B14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595" y="1405831"/>
            <a:ext cx="5143500" cy="407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1">
                <a:solidFill>
                  <a:schemeClr val="accent2">
                    <a:lumMod val="50000"/>
                  </a:schemeClr>
                </a:solidFill>
                <a:latin typeface="Trebuchet MS"/>
                <a:ea typeface="Trebuchet MS"/>
                <a:cs typeface="Trebuchet MS"/>
              </a:rPr>
              <a:t>Theme:</a:t>
            </a:r>
          </a:p>
        </p:txBody>
      </p:sp>
      <p:sp>
        <p:nvSpPr>
          <p:cNvPr id="13" name="Google Shape;173;p1">
            <a:extLst xmlns:a="http://schemas.openxmlformats.org/drawingml/2006/main">
              <a:ext uri="{FF2B5EF4-FFF2-40B4-BE49-F238E27FC236}">
                <a16:creationId xmlns:a16="http://schemas.microsoft.com/office/drawing/2014/main" id="{7C0FB44E-956E-4EC3-8226-58821A1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572" y="11753531"/>
            <a:ext cx="7097496" cy="322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Conclusions</a:t>
            </a:r>
          </a:p>
        </p:txBody>
      </p:sp>
      <p:sp>
        <p:nvSpPr>
          <p:cNvPr id="14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42607258-292A-40E7-B19D-42D6BEA4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661" y="14972782"/>
            <a:ext cx="7008020" cy="2346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46" name="Google Shape;173;p1">
            <a:extLst xmlns:a="http://schemas.openxmlformats.org/drawingml/2006/main">
              <a:ext uri="{FF2B5EF4-FFF2-40B4-BE49-F238E27FC236}">
                <a16:creationId xmlns:a16="http://schemas.microsoft.com/office/drawing/2014/main" id="{DF2117B7-FD3C-4585-B84B-74C51951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25" y="15398463"/>
            <a:ext cx="7330911" cy="322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42" b="1">
                <a:solidFill>
                  <a:srgbClr val="002060"/>
                </a:solidFill>
                <a:latin typeface="Comic Sans MS"/>
                <a:ea typeface="Comic Sans MS"/>
                <a:cs typeface="Comic Sans MS"/>
              </a:rPr>
              <a:t>Outcome of the work</a:t>
            </a:r>
          </a:p>
        </p:txBody>
      </p:sp>
      <p:sp>
        <p:nvSpPr>
          <p:cNvPr id="47" name="Google Shape;149;p1">
            <a:extLst xmlns:a="http://schemas.openxmlformats.org/drawingml/2006/main">
              <a:ext uri="{FF2B5EF4-FFF2-40B4-BE49-F238E27FC236}">
                <a16:creationId xmlns:a16="http://schemas.microsoft.com/office/drawing/2014/main" id="{05FE3D97-0808-4A1F-8AE9-0739C13A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086" y="16203457"/>
            <a:ext cx="7008020" cy="1423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271" tIns="19130" rIns="38271" bIns="1913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[Clearly state the </a:t>
            </a: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outcome - </a:t>
            </a: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(Publication/Product Development/Patenting</a:t>
            </a: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)</a:t>
            </a: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 </a:t>
            </a:r>
            <a:r>
              <a:rPr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</a:rPr>
              <a:t>]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7262224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2026-06-03T14:00:24.3390000Z</dcterms:created>
  <dcterms:modified xsi:type="dcterms:W3CDTF">2026-06-03T14:00:24.3390000Z</dcterms:modified>
</coreProperties>
</file>